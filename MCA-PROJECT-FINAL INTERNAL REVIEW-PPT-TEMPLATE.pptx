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71" r:id="rId2"/>
    <p:sldId id="305" r:id="rId3"/>
    <p:sldId id="306" r:id="rId4"/>
    <p:sldId id="307" r:id="rId5"/>
    <p:sldId id="308" r:id="rId6"/>
    <p:sldId id="321" r:id="rId7"/>
    <p:sldId id="309" r:id="rId8"/>
    <p:sldId id="310" r:id="rId9"/>
    <p:sldId id="311" r:id="rId10"/>
    <p:sldId id="318" r:id="rId11"/>
    <p:sldId id="317" r:id="rId12"/>
    <p:sldId id="319" r:id="rId13"/>
    <p:sldId id="320" r:id="rId14"/>
    <p:sldId id="312" r:id="rId15"/>
    <p:sldId id="313" r:id="rId16"/>
    <p:sldId id="314" r:id="rId17"/>
    <p:sldId id="315" r:id="rId18"/>
    <p:sldId id="316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5F96779-8682-4CD9-90C2-D7A49281830D}">
          <p14:sldIdLst>
            <p14:sldId id="271"/>
            <p14:sldId id="305"/>
            <p14:sldId id="306"/>
            <p14:sldId id="307"/>
            <p14:sldId id="308"/>
            <p14:sldId id="321"/>
            <p14:sldId id="309"/>
            <p14:sldId id="310"/>
            <p14:sldId id="311"/>
            <p14:sldId id="318"/>
            <p14:sldId id="317"/>
            <p14:sldId id="319"/>
            <p14:sldId id="320"/>
            <p14:sldId id="312"/>
            <p14:sldId id="313"/>
            <p14:sldId id="314"/>
            <p14:sldId id="315"/>
            <p14:sldId id="316"/>
          </p14:sldIdLst>
        </p14:section>
        <p14:section name="Untitled Section" id="{18D748A1-B9CB-40AB-9130-D732C7E4D7E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0DD8ACB-2480-836F-8513-F809A1C233EF}" name="Abraham Dinakaran J" initials="ADJ" userId="S::adinakaran@kluniversity.in::a265c4b0-0b4d-41cc-8169-c05df22ffe7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60A6ED-D754-3A90-DAF7-70FD5B2425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D1BF4-1F04-3875-1E59-B801C90A59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FC287-3538-4997-9970-44BF1FF30DD5}" type="datetime1">
              <a:rPr lang="en-IN" smtClean="0"/>
              <a:t>09-04-2026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0EF107-E196-D5EA-171E-D24D64E6F4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B73E3-5749-B011-7B11-AC37348307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FDA32-7B86-4AE0-9240-7E2DEEC04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3150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1657D-0517-4C9F-B58C-7229AAFEBC31}" type="datetime1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71A4B-7F78-4497-A7BB-B19313066B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75288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321978-3473-EC9A-5F36-618E485DBE5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E581EE8-6511-46D3-8A2A-80CFF2C8D0A3}" type="datetime1">
              <a:rPr lang="en-IN" smtClean="0"/>
              <a:t>09-04-2026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301657D-0517-4C9F-B58C-7229AAFEBC31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71A4B-7F78-4497-A7BB-B19313066BC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813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301657D-0517-4C9F-B58C-7229AAFEBC31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71A4B-7F78-4497-A7BB-B19313066BC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128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600" y="6526385"/>
            <a:ext cx="1200150" cy="266702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8453BCF2-CB48-4BA2-A036-8950CD1C6A9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0" y="642796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91000" y="6535592"/>
            <a:ext cx="457200" cy="26670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328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92875"/>
            <a:ext cx="1123950" cy="267280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F0926A81-3A46-4B7B-A2F8-E2A558D9191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4/9/2026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62400" y="6492875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45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497C174-5A51-4D18-8F67-D9F14D2F34C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138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CE59E2F-5892-435A-AE19-CDF7821064E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6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EFAB2A4-D3CE-4715-B935-416579E7719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90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B65A450-9487-4E64-AB52-9E7DA1C3776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96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C014150-8307-4D3C-BBBB-0734CBD939B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51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D880DA0-68D9-4E75-BA39-DC1403DEB0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672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B4E1A77-28DA-48C1-B06D-78B5B0A2C0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18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6EF5A3-7886-44C2-92BF-298F6F90413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4/9/2026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692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48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2"/>
            <a:ext cx="9144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1"/>
            <a:ext cx="9144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4419600" y="3179470"/>
            <a:ext cx="4648200" cy="35887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15990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69AF5A-AC2F-36ED-506D-7C37D0453E6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45720"/>
            <a:ext cx="838201" cy="7924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27DCBA-940B-49AA-1A04-53135CCC539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196" y="6400799"/>
            <a:ext cx="2331280" cy="3435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3D559A-CBC2-B8F4-6F19-4FADD0B35569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828" y="228600"/>
            <a:ext cx="458972" cy="45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0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3124200" y="1115413"/>
            <a:ext cx="3364748" cy="431074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2492519" y="1051115"/>
            <a:ext cx="4382085" cy="53088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 defTabSz="685800"/>
            <a:r>
              <a:rPr lang="en-US" sz="3000" dirty="0">
                <a:solidFill>
                  <a:srgbClr val="C00000"/>
                </a:solidFill>
                <a:latin typeface="Calibri"/>
                <a:cs typeface="Poppins" pitchFamily="2" charset="77"/>
              </a:rPr>
              <a:t>  Department of MCA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6564C1-42F5-AD4A-0ADC-BCBCEC726661}"/>
              </a:ext>
            </a:extLst>
          </p:cNvPr>
          <p:cNvSpPr txBox="1"/>
          <p:nvPr/>
        </p:nvSpPr>
        <p:spPr>
          <a:xfrm>
            <a:off x="762000" y="1780430"/>
            <a:ext cx="7467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 </a:t>
            </a:r>
            <a:r>
              <a:rPr lang="en-IN" sz="2800" b="1" dirty="0">
                <a:solidFill>
                  <a:srgbClr val="C00000"/>
                </a:solidFill>
              </a:rPr>
              <a:t>Cloud-Deployed Intelligent Web Platform for Automated Resume Creation and Optimization Using MERN Stack</a:t>
            </a:r>
          </a:p>
          <a:p>
            <a:pPr algn="ctr"/>
            <a:b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Dr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N.Venkata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ramana</a:t>
            </a:r>
            <a:endParaRPr lang="en-US" sz="24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5A6002-0BD6-E007-0EEC-34FFB9F2484A}"/>
              </a:ext>
            </a:extLst>
          </p:cNvPr>
          <p:cNvSpPr txBox="1"/>
          <p:nvPr/>
        </p:nvSpPr>
        <p:spPr>
          <a:xfrm>
            <a:off x="6096000" y="4267200"/>
            <a:ext cx="289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By :</a:t>
            </a:r>
          </a:p>
          <a:p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Bommineni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soumya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2401600010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Dept. of MCA.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KL University.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E21753-3E0D-605E-7803-9C7F03A4564D}"/>
              </a:ext>
            </a:extLst>
          </p:cNvPr>
          <p:cNvSpPr txBox="1"/>
          <p:nvPr/>
        </p:nvSpPr>
        <p:spPr>
          <a:xfrm>
            <a:off x="2057400" y="990600"/>
            <a:ext cx="41148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</a:rPr>
              <a:t>Introduction</a:t>
            </a:r>
            <a:br>
              <a:rPr lang="en-US" sz="2800" dirty="0"/>
            </a:br>
            <a:br>
              <a:rPr lang="en-US" dirty="0"/>
            </a:b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D31964-533E-051F-F283-343C2201FDC1}"/>
              </a:ext>
            </a:extLst>
          </p:cNvPr>
          <p:cNvSpPr txBox="1"/>
          <p:nvPr/>
        </p:nvSpPr>
        <p:spPr>
          <a:xfrm>
            <a:off x="1371600" y="2209800"/>
            <a:ext cx="6781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Problem Statement: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Many users find it difficult to create professional resumes due to lack of formatting knowledge and proper tools.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 simplify resume creation using a structured, user-friendly web application with secure data management.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470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231F2A-80CB-3FB7-FBCC-98BA4C18F073}"/>
              </a:ext>
            </a:extLst>
          </p:cNvPr>
          <p:cNvSpPr txBox="1"/>
          <p:nvPr/>
        </p:nvSpPr>
        <p:spPr>
          <a:xfrm>
            <a:off x="2209800" y="838200"/>
            <a:ext cx="4572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pPr algn="ctr"/>
            <a:r>
              <a:rPr lang="en-US" sz="2800" b="1" dirty="0">
                <a:solidFill>
                  <a:srgbClr val="C00000"/>
                </a:solidFill>
              </a:rPr>
              <a:t>Objectives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22A867-90FE-B0C2-B3CC-99A604053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676400"/>
            <a:ext cx="4919039" cy="305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AI web-based resume builder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manual effort in resume creation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structured resume generation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secure user authentication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easy preview and download </a:t>
            </a:r>
          </a:p>
        </p:txBody>
      </p:sp>
    </p:spTree>
    <p:extLst>
      <p:ext uri="{BB962C8B-B14F-4D97-AF65-F5344CB8AC3E}">
        <p14:creationId xmlns:p14="http://schemas.microsoft.com/office/powerpoint/2010/main" val="3754041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D94ED9-ADFF-4FC2-B853-609D2D1326CE}"/>
              </a:ext>
            </a:extLst>
          </p:cNvPr>
          <p:cNvSpPr txBox="1"/>
          <p:nvPr/>
        </p:nvSpPr>
        <p:spPr>
          <a:xfrm>
            <a:off x="2362200" y="990600"/>
            <a:ext cx="4572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Literature Survey</a:t>
            </a:r>
            <a:endParaRPr lang="en-US" sz="2800" dirty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D910F-85A6-4EE0-EB74-818D2F3E6A0E}"/>
              </a:ext>
            </a:extLst>
          </p:cNvPr>
          <p:cNvSpPr txBox="1"/>
          <p:nvPr/>
        </p:nvSpPr>
        <p:spPr>
          <a:xfrm>
            <a:off x="2133600" y="2133600"/>
            <a:ext cx="5943600" cy="278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Existing tools like Canva, </a:t>
            </a:r>
            <a:r>
              <a:rPr lang="en-US" dirty="0" err="1"/>
              <a:t>Zety</a:t>
            </a:r>
            <a:r>
              <a:rPr lang="en-US" dirty="0"/>
              <a:t> provide templates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Most platforms have paid features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Limited customization and data control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Lack of full-stack integration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Need for secure and flexible system </a:t>
            </a:r>
          </a:p>
        </p:txBody>
      </p:sp>
    </p:spTree>
    <p:extLst>
      <p:ext uri="{BB962C8B-B14F-4D97-AF65-F5344CB8AC3E}">
        <p14:creationId xmlns:p14="http://schemas.microsoft.com/office/powerpoint/2010/main" val="948947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D2F0FE-96E2-FF46-4E0B-722889BA4A90}"/>
              </a:ext>
            </a:extLst>
          </p:cNvPr>
          <p:cNvSpPr txBox="1"/>
          <p:nvPr/>
        </p:nvSpPr>
        <p:spPr>
          <a:xfrm>
            <a:off x="1371600" y="990600"/>
            <a:ext cx="624840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Methodology</a:t>
            </a:r>
          </a:p>
          <a:p>
            <a:endParaRPr lang="en-US" b="1" dirty="0"/>
          </a:p>
          <a:p>
            <a:endParaRPr lang="en-US" dirty="0"/>
          </a:p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C00000"/>
                </a:solidFill>
              </a:rPr>
              <a:t>Approach Used:</a:t>
            </a:r>
            <a:endParaRPr lang="en-IN" dirty="0">
              <a:solidFill>
                <a:srgbClr val="C00000"/>
              </a:solidFill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MERN Stack (React, Node.js, MongoDB)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/>
              <a:t>Client-Server Architecture </a:t>
            </a:r>
          </a:p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C00000"/>
                </a:solidFill>
              </a:rPr>
              <a:t>Flow:</a:t>
            </a:r>
            <a:br>
              <a:rPr lang="en-IN" dirty="0"/>
            </a:br>
            <a:r>
              <a:rPr lang="en-IN" dirty="0"/>
              <a:t>Register → Login → Create Resume → Preview → Download</a:t>
            </a:r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90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63AB53-FD68-DB7E-F7B2-B16705BE1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10" y="2057400"/>
            <a:ext cx="7909790" cy="34566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0ED65D-378A-708F-B576-8AF10DE8B3A5}"/>
              </a:ext>
            </a:extLst>
          </p:cNvPr>
          <p:cNvSpPr txBox="1"/>
          <p:nvPr/>
        </p:nvSpPr>
        <p:spPr>
          <a:xfrm>
            <a:off x="1752600" y="10668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System workflow</a:t>
            </a:r>
            <a:endParaRPr lang="en-IN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914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EDA2C5-CE0B-8BED-AC2B-0EC24726BDF2}"/>
              </a:ext>
            </a:extLst>
          </p:cNvPr>
          <p:cNvSpPr txBox="1"/>
          <p:nvPr/>
        </p:nvSpPr>
        <p:spPr>
          <a:xfrm>
            <a:off x="2057400" y="914400"/>
            <a:ext cx="4572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dirty="0">
                <a:solidFill>
                  <a:srgbClr val="C00000"/>
                </a:solidFill>
              </a:rPr>
              <a:t>Technologies </a:t>
            </a:r>
            <a:r>
              <a:rPr lang="fr-FR" sz="2800" b="1" dirty="0" err="1">
                <a:solidFill>
                  <a:srgbClr val="C00000"/>
                </a:solidFill>
              </a:rPr>
              <a:t>Used</a:t>
            </a:r>
            <a:endParaRPr lang="fr-FR" sz="2800" b="1" dirty="0">
              <a:solidFill>
                <a:srgbClr val="C00000"/>
              </a:solidFill>
            </a:endParaRPr>
          </a:p>
          <a:p>
            <a:endParaRPr lang="fr-FR" b="1" dirty="0"/>
          </a:p>
          <a:p>
            <a:endParaRPr lang="fr-FR" dirty="0"/>
          </a:p>
          <a:p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4BE8F8-665F-5E7B-4735-4897876BC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1447800"/>
            <a:ext cx="4085477" cy="41613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React.js (Frontend)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Tailwind CSS (UI Design)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Redux Toolkit (State Management)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 &amp; Express.js (Backend)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 (Database)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bcrypt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(Security)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Vercel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(Deployment) </a:t>
            </a:r>
          </a:p>
        </p:txBody>
      </p:sp>
    </p:spTree>
    <p:extLst>
      <p:ext uri="{BB962C8B-B14F-4D97-AF65-F5344CB8AC3E}">
        <p14:creationId xmlns:p14="http://schemas.microsoft.com/office/powerpoint/2010/main" val="2137431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55025B-2464-8545-B282-AAF4966CA197}"/>
              </a:ext>
            </a:extLst>
          </p:cNvPr>
          <p:cNvSpPr txBox="1"/>
          <p:nvPr/>
        </p:nvSpPr>
        <p:spPr>
          <a:xfrm>
            <a:off x="1066800" y="838200"/>
            <a:ext cx="769620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Implementation</a:t>
            </a:r>
          </a:p>
          <a:p>
            <a:endParaRPr lang="en-US" b="1" dirty="0"/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C00000"/>
                </a:solidFill>
              </a:rPr>
              <a:t>Modules:</a:t>
            </a:r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</a:t>
            </a:r>
            <a:r>
              <a:rPr lang="en-US" b="1" dirty="0"/>
              <a:t>Authentication Module</a:t>
            </a:r>
            <a:r>
              <a:rPr lang="en-US" dirty="0"/>
              <a:t> manages user registration and login, ensuring that only authorized users can access the system securely.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</a:t>
            </a:r>
            <a:r>
              <a:rPr lang="en-US" b="1" dirty="0"/>
              <a:t>Resume Creation Module</a:t>
            </a:r>
            <a:r>
              <a:rPr lang="en-US" dirty="0"/>
              <a:t> allows users to enter their personal and professional details in a structured format and build their resume easily.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</a:t>
            </a:r>
            <a:r>
              <a:rPr lang="en-US" b="1" dirty="0"/>
              <a:t>Resume Upload Module</a:t>
            </a:r>
            <a:r>
              <a:rPr lang="en-US" dirty="0"/>
              <a:t> provides flexibility by allowing users to upload their existing resumes into the system for storage and management.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Finally, the </a:t>
            </a:r>
            <a:r>
              <a:rPr lang="en-US" b="1" dirty="0"/>
              <a:t>Preview &amp; Download Module</a:t>
            </a:r>
            <a:r>
              <a:rPr lang="en-US" dirty="0"/>
              <a:t> enables users to view their complete resume in a professional format and download it as a PDF.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323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719035-AA1A-F7ED-0733-E87821799119}"/>
              </a:ext>
            </a:extLst>
          </p:cNvPr>
          <p:cNvSpPr txBox="1"/>
          <p:nvPr/>
        </p:nvSpPr>
        <p:spPr>
          <a:xfrm>
            <a:off x="2286000" y="10668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Results &amp; Output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056CD1-44A0-23CA-D87E-5EF249DD0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350343"/>
            <a:ext cx="4705134" cy="3607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registration and login working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creation and storage successful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preview working properly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download as PDF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 frontend-backend integration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latin typeface="Arial" panose="020B0604020202020204" pitchFamily="34" charset="0"/>
              </a:rPr>
              <a:t>Google </a:t>
            </a:r>
            <a:r>
              <a:rPr lang="en-US" altLang="en-US" dirty="0" err="1">
                <a:latin typeface="Arial" panose="020B0604020202020204" pitchFamily="34" charset="0"/>
              </a:rPr>
              <a:t>gemini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api</a:t>
            </a:r>
            <a:r>
              <a:rPr lang="en-US" altLang="en-US" dirty="0">
                <a:latin typeface="Arial" panose="020B0604020202020204" pitchFamily="34" charset="0"/>
              </a:rPr>
              <a:t> integration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965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7EFDF5-6512-B74B-16ED-F8D8ABEFC4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7619999" cy="4114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6389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88348F-F282-B518-F3BB-3F9A08C83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52644"/>
            <a:ext cx="7924800" cy="415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602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5136FC-59D7-B130-3831-8553C911A9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8382000" cy="4114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2941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B52EE6-DE55-C9C3-9DC1-43BE0DF0CE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531" y="1066801"/>
            <a:ext cx="7981469" cy="495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7185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0EB777-C95D-09BB-A60B-759358E1A1A9}"/>
              </a:ext>
            </a:extLst>
          </p:cNvPr>
          <p:cNvSpPr txBox="1"/>
          <p:nvPr/>
        </p:nvSpPr>
        <p:spPr>
          <a:xfrm>
            <a:off x="2590800" y="9906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Advantages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B078E5-3CA0-30CE-88A1-5E0CF7C4D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659800"/>
            <a:ext cx="3153427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use interface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authentication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Saves time and effort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Cloud-based access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resume format </a:t>
            </a:r>
          </a:p>
        </p:txBody>
      </p:sp>
    </p:spTree>
    <p:extLst>
      <p:ext uri="{BB962C8B-B14F-4D97-AF65-F5344CB8AC3E}">
        <p14:creationId xmlns:p14="http://schemas.microsoft.com/office/powerpoint/2010/main" val="672491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9A0A5-691A-5292-4C01-562FBE60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6E6990-866B-05A5-F7B9-3F701A2AB19E}"/>
              </a:ext>
            </a:extLst>
          </p:cNvPr>
          <p:cNvSpPr txBox="1"/>
          <p:nvPr/>
        </p:nvSpPr>
        <p:spPr>
          <a:xfrm>
            <a:off x="2286000" y="10668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Limitations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C012F90-C43F-9A9A-4D5B-F39706C98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981200"/>
            <a:ext cx="5943600" cy="19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number of resume templates available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internet connection to access the application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customization compared to advanced professional tools </a:t>
            </a:r>
          </a:p>
        </p:txBody>
      </p:sp>
    </p:spTree>
    <p:extLst>
      <p:ext uri="{BB962C8B-B14F-4D97-AF65-F5344CB8AC3E}">
        <p14:creationId xmlns:p14="http://schemas.microsoft.com/office/powerpoint/2010/main" val="4162821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713FC4-F4FB-2F46-BA58-ED7CCAF9E611}"/>
              </a:ext>
            </a:extLst>
          </p:cNvPr>
          <p:cNvSpPr txBox="1"/>
          <p:nvPr/>
        </p:nvSpPr>
        <p:spPr>
          <a:xfrm>
            <a:off x="2209800" y="12192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Future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EE2A5F-EBD9-B22C-F3EB-FD08909B1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445" y="1742420"/>
            <a:ext cx="4051109" cy="2499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resume enhancement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application development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templates and customization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job portals </a:t>
            </a:r>
          </a:p>
        </p:txBody>
      </p:sp>
    </p:spTree>
    <p:extLst>
      <p:ext uri="{BB962C8B-B14F-4D97-AF65-F5344CB8AC3E}">
        <p14:creationId xmlns:p14="http://schemas.microsoft.com/office/powerpoint/2010/main" val="4268446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489EA3-2A2B-3E10-833E-B37D449AF3EB}"/>
              </a:ext>
            </a:extLst>
          </p:cNvPr>
          <p:cNvSpPr txBox="1"/>
          <p:nvPr/>
        </p:nvSpPr>
        <p:spPr>
          <a:xfrm>
            <a:off x="2286000" y="9144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6B3C18-87F6-BB90-FC85-F466E92EA70D}"/>
              </a:ext>
            </a:extLst>
          </p:cNvPr>
          <p:cNvSpPr txBox="1"/>
          <p:nvPr/>
        </p:nvSpPr>
        <p:spPr>
          <a:xfrm>
            <a:off x="1219200" y="1676400"/>
            <a:ext cx="7086600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project provides an intelligent efficient solution for resume creation using modern web technologies.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It ensures secure data handling, user-friendly design, and cloud accessibility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system successfully meets its objectives and can be enhanced further in future.</a:t>
            </a:r>
          </a:p>
        </p:txBody>
      </p:sp>
    </p:spTree>
    <p:extLst>
      <p:ext uri="{BB962C8B-B14F-4D97-AF65-F5344CB8AC3E}">
        <p14:creationId xmlns:p14="http://schemas.microsoft.com/office/powerpoint/2010/main" val="3095858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D40825-CA57-A094-F3DA-D133EF602C3A}"/>
              </a:ext>
            </a:extLst>
          </p:cNvPr>
          <p:cNvSpPr txBox="1"/>
          <p:nvPr/>
        </p:nvSpPr>
        <p:spPr>
          <a:xfrm>
            <a:off x="2286000" y="2415601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000" b="1" dirty="0">
                <a:solidFill>
                  <a:srgbClr val="C00000"/>
                </a:solidFill>
              </a:rPr>
              <a:t>Thank you…!</a:t>
            </a:r>
          </a:p>
        </p:txBody>
      </p:sp>
    </p:spTree>
    <p:extLst>
      <p:ext uri="{BB962C8B-B14F-4D97-AF65-F5344CB8AC3E}">
        <p14:creationId xmlns:p14="http://schemas.microsoft.com/office/powerpoint/2010/main" val="347987943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</TotalTime>
  <Words>444</Words>
  <Application>Microsoft Office PowerPoint</Application>
  <PresentationFormat>On-screen Show (4:3)</PresentationFormat>
  <Paragraphs>86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BOMMINENI SOUMYA</cp:lastModifiedBy>
  <cp:revision>158</cp:revision>
  <dcterms:created xsi:type="dcterms:W3CDTF">2023-01-22T02:22:32Z</dcterms:created>
  <dcterms:modified xsi:type="dcterms:W3CDTF">2026-04-09T05:11:04Z</dcterms:modified>
</cp:coreProperties>
</file>