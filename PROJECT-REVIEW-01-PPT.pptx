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71" r:id="rId2"/>
    <p:sldId id="305" r:id="rId3"/>
    <p:sldId id="306" r:id="rId4"/>
    <p:sldId id="307" r:id="rId5"/>
    <p:sldId id="313" r:id="rId6"/>
    <p:sldId id="308" r:id="rId7"/>
    <p:sldId id="309" r:id="rId8"/>
    <p:sldId id="310" r:id="rId9"/>
    <p:sldId id="311" r:id="rId10"/>
    <p:sldId id="312" r:id="rId11"/>
    <p:sldId id="30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F96779-8682-4CD9-90C2-D7A49281830D}">
          <p14:sldIdLst>
            <p14:sldId id="271"/>
            <p14:sldId id="305"/>
            <p14:sldId id="306"/>
            <p14:sldId id="307"/>
            <p14:sldId id="313"/>
            <p14:sldId id="308"/>
            <p14:sldId id="309"/>
            <p14:sldId id="310"/>
            <p14:sldId id="311"/>
            <p14:sldId id="312"/>
          </p14:sldIdLst>
        </p14:section>
        <p14:section name="Untitled Section" id="{18D748A1-B9CB-40AB-9130-D732C7E4D7E9}">
          <p14:sldIdLst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DD8ACB-2480-836F-8513-F809A1C233EF}" name="Abraham Dinakaran J" initials="ADJ" userId="S::adinakaran@kluniversity.in::a265c4b0-0b4d-41cc-8169-c05df22ffe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60A6ED-D754-3A90-DAF7-70FD5B2425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D1BF4-1F04-3875-1E59-B801C90A59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FC287-3538-4997-9970-44BF1FF30DD5}" type="datetime1">
              <a:rPr lang="en-IN" smtClean="0"/>
              <a:t>05-01-2026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EF107-E196-D5EA-171E-D24D64E6F4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B73E3-5749-B011-7B11-AC3734830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FDA32-7B86-4AE0-9240-7E2DEEC04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150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1657D-0517-4C9F-B58C-7229AAFEBC31}" type="datetime1">
              <a:rPr lang="en-IN" smtClean="0"/>
              <a:t>05-01-2026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71A4B-7F78-4497-A7BB-B19313066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75288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21978-3473-EC9A-5F36-618E485DBE5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E581EE8-6511-46D3-8A2A-80CFF2C8D0A3}" type="datetime1">
              <a:rPr lang="en-IN" smtClean="0"/>
              <a:t>05-01-2026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526385"/>
            <a:ext cx="1200150" cy="266702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8453BCF2-CB48-4BA2-A036-8950CD1C6A9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0" y="642796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91000" y="6535592"/>
            <a:ext cx="457200" cy="26670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32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92875"/>
            <a:ext cx="1123950" cy="26728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F0926A81-3A46-4B7B-A2F8-E2A558D9191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62400" y="6492875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45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497C174-5A51-4D18-8F67-D9F14D2F34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13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CE59E2F-5892-435A-AE19-CDF7821064E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6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EFAB2A4-D3CE-4715-B935-416579E7719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90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B65A450-9487-4E64-AB52-9E7DA1C377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96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014150-8307-4D3C-BBBB-0734CBD939B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51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D880DA0-68D9-4E75-BA39-DC1403DEB0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672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B4E1A77-28DA-48C1-B06D-78B5B0A2C0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18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6EF5A3-7886-44C2-92BF-298F6F90413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692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48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2"/>
            <a:ext cx="9144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1"/>
            <a:ext cx="9144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4419600" y="3179470"/>
            <a:ext cx="4648200" cy="3588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15990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69AF5A-AC2F-36ED-506D-7C37D0453E6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45720"/>
            <a:ext cx="838201" cy="7924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7DCBA-940B-49AA-1A04-53135CCC539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196" y="6400799"/>
            <a:ext cx="2331280" cy="3435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3D559A-CBC2-B8F4-6F19-4FADD0B35569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828" y="228600"/>
            <a:ext cx="458972" cy="4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3124200" y="1115413"/>
            <a:ext cx="3364748" cy="431074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2492519" y="1051115"/>
            <a:ext cx="4382085" cy="5308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defTabSz="685800"/>
            <a:r>
              <a:rPr lang="en-US" sz="3000" dirty="0">
                <a:solidFill>
                  <a:srgbClr val="C00000"/>
                </a:solidFill>
                <a:latin typeface="Calibri"/>
                <a:cs typeface="Poppins" pitchFamily="2" charset="77"/>
              </a:rPr>
              <a:t>  Department of MCA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564C1-42F5-AD4A-0ADC-BCBCEC726661}"/>
              </a:ext>
            </a:extLst>
          </p:cNvPr>
          <p:cNvSpPr txBox="1"/>
          <p:nvPr/>
        </p:nvSpPr>
        <p:spPr>
          <a:xfrm>
            <a:off x="685800" y="2507124"/>
            <a:ext cx="7924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A Cloud-Deployed Intelligent Web Platform for Automated Resume Creation and Optimization Using MERN Stack</a:t>
            </a:r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Dr Venkat Ramana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A6002-0BD6-E007-0EEC-34FFB9F2484A}"/>
              </a:ext>
            </a:extLst>
          </p:cNvPr>
          <p:cNvSpPr txBox="1"/>
          <p:nvPr/>
        </p:nvSpPr>
        <p:spPr>
          <a:xfrm>
            <a:off x="6096000" y="4267200"/>
            <a:ext cx="289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By :</a:t>
            </a:r>
          </a:p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Bommineni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Soumya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2401600010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Dept. of MCA.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KL University. 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E21753-3E0D-605E-7803-9C7F03A4564D}"/>
              </a:ext>
            </a:extLst>
          </p:cNvPr>
          <p:cNvSpPr txBox="1"/>
          <p:nvPr/>
        </p:nvSpPr>
        <p:spPr>
          <a:xfrm>
            <a:off x="1295400" y="1295400"/>
            <a:ext cx="701040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PROBLEM STATEMENT</a:t>
            </a:r>
          </a:p>
          <a:p>
            <a:endParaRPr lang="en-IN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Creating a professional resume manually is time-consuming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Students and job seekers lack proper guidance for content and formatting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Existing resume tools offer limited customization and automation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There is a need for an intelligent, cloud-based system to simplify resume creation</a:t>
            </a: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47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231F2A-80CB-3FB7-FBCC-98BA4C18F073}"/>
              </a:ext>
            </a:extLst>
          </p:cNvPr>
          <p:cNvSpPr txBox="1"/>
          <p:nvPr/>
        </p:nvSpPr>
        <p:spPr>
          <a:xfrm>
            <a:off x="1295400" y="1143000"/>
            <a:ext cx="58674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SCOPE OF THE PROJECT</a:t>
            </a:r>
          </a:p>
          <a:p>
            <a:pPr>
              <a:buNone/>
            </a:pPr>
            <a:endParaRPr lang="en-IN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b="1" dirty="0"/>
              <a:t>What the system covers: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User registration and secure authentication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Manual and PDF-based resume creation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Content enhancement and customization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Public resume sharing and PDF download</a:t>
            </a:r>
          </a:p>
          <a:p>
            <a:endParaRPr lang="en-US" dirty="0"/>
          </a:p>
          <a:p>
            <a:r>
              <a:rPr lang="en-US" b="1" dirty="0"/>
              <a:t>What is not included: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Mobile application version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Enterprise-level integrations</a:t>
            </a:r>
          </a:p>
          <a:p>
            <a:endParaRPr lang="en-US" dirty="0"/>
          </a:p>
          <a:p>
            <a:r>
              <a:rPr lang="en-US" b="1" dirty="0"/>
              <a:t>Target users: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Students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Job seekers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Working professionals</a:t>
            </a:r>
          </a:p>
          <a:p>
            <a:pPr>
              <a:buNone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04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94ED9-ADFF-4FC2-B853-609D2D1326CE}"/>
              </a:ext>
            </a:extLst>
          </p:cNvPr>
          <p:cNvSpPr txBox="1"/>
          <p:nvPr/>
        </p:nvSpPr>
        <p:spPr>
          <a:xfrm>
            <a:off x="990600" y="914401"/>
            <a:ext cx="7696200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PROPOSED SOLUTION</a:t>
            </a:r>
          </a:p>
          <a:p>
            <a:pPr algn="ctr">
              <a:buNone/>
            </a:pPr>
            <a:endParaRPr lang="en-IN" sz="28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 cloud-based intelligent web application for resume creation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Automates resume formatting and content enhancement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real-time preview and customization options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Key Features: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Template selection and color customization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PDF upload and data extraction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Cloud deployment for accessibility</a:t>
            </a:r>
          </a:p>
          <a:p>
            <a:pPr>
              <a:lnSpc>
                <a:spcPct val="150000"/>
              </a:lnSpc>
            </a:pPr>
            <a:r>
              <a:rPr lang="en-US" b="1" dirty="0"/>
              <a:t>Uniqueness:</a:t>
            </a:r>
          </a:p>
          <a:p>
            <a:pPr>
              <a:lnSpc>
                <a:spcPct val="150000"/>
              </a:lnSpc>
            </a:pPr>
            <a:r>
              <a:rPr lang="en-US" dirty="0"/>
              <a:t>Combines automation, cloud deployment, and intelligent content optimization</a:t>
            </a:r>
          </a:p>
          <a:p>
            <a:pPr>
              <a:buNone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947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BB35CB-402E-4BA2-A178-882B883AA7A6}"/>
              </a:ext>
            </a:extLst>
          </p:cNvPr>
          <p:cNvSpPr/>
          <p:nvPr/>
        </p:nvSpPr>
        <p:spPr>
          <a:xfrm>
            <a:off x="1295400" y="1143000"/>
            <a:ext cx="6096000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SYSTEM ARCHITECTURE</a:t>
            </a:r>
          </a:p>
          <a:p>
            <a:pPr algn="ctr"/>
            <a:endParaRPr lang="en-IN" sz="28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IN" b="1" dirty="0"/>
              <a:t>Components: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Frontend:</a:t>
            </a:r>
            <a:r>
              <a:rPr lang="en-IN" dirty="0"/>
              <a:t> React-based user interface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Backend:</a:t>
            </a:r>
            <a:r>
              <a:rPr lang="en-IN" dirty="0"/>
              <a:t> Node.js and Express API services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Database:</a:t>
            </a:r>
            <a:r>
              <a:rPr lang="en-IN" dirty="0"/>
              <a:t> MongoDB Atlas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Cloud:</a:t>
            </a:r>
            <a:r>
              <a:rPr lang="en-IN" dirty="0"/>
              <a:t> </a:t>
            </a:r>
            <a:r>
              <a:rPr lang="en-IN" dirty="0" err="1"/>
              <a:t>Vercel</a:t>
            </a:r>
            <a:r>
              <a:rPr lang="en-IN" dirty="0"/>
              <a:t> deployment</a:t>
            </a:r>
          </a:p>
          <a:p>
            <a:endParaRPr lang="en-IN" dirty="0"/>
          </a:p>
          <a:p>
            <a:r>
              <a:rPr lang="en-IN" b="1" dirty="0"/>
              <a:t>Data Flow: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User inputs resume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Backend processes and stores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Enhanced content returned to frontend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Final resume rendered and shared</a:t>
            </a:r>
          </a:p>
          <a:p>
            <a:endParaRPr lang="en-IN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6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D2F0FE-96E2-FF46-4E0B-722889BA4A90}"/>
              </a:ext>
            </a:extLst>
          </p:cNvPr>
          <p:cNvSpPr txBox="1"/>
          <p:nvPr/>
        </p:nvSpPr>
        <p:spPr>
          <a:xfrm>
            <a:off x="1981200" y="26670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2BFBE6-2B24-41BF-AE54-23F21A87C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95400"/>
            <a:ext cx="85344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0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EDA2C5-CE0B-8BED-AC2B-0EC24726BDF2}"/>
              </a:ext>
            </a:extLst>
          </p:cNvPr>
          <p:cNvSpPr txBox="1"/>
          <p:nvPr/>
        </p:nvSpPr>
        <p:spPr>
          <a:xfrm>
            <a:off x="1600200" y="838200"/>
            <a:ext cx="579120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TECHNOLOGIES USED</a:t>
            </a:r>
          </a:p>
          <a:p>
            <a:pPr algn="ctr">
              <a:buNone/>
            </a:pPr>
            <a:endParaRPr lang="en-IN" sz="28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IN" b="1" dirty="0"/>
              <a:t>Frontend: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React.js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Tailwind CSS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Redux Toolkit</a:t>
            </a:r>
          </a:p>
          <a:p>
            <a:endParaRPr lang="en-IN" dirty="0"/>
          </a:p>
          <a:p>
            <a:r>
              <a:rPr lang="en-IN" b="1" dirty="0"/>
              <a:t>Backend: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Node.js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Express.js</a:t>
            </a:r>
          </a:p>
          <a:p>
            <a:endParaRPr lang="en-IN" dirty="0"/>
          </a:p>
          <a:p>
            <a:r>
              <a:rPr lang="en-IN" b="1" dirty="0"/>
              <a:t>Database: </a:t>
            </a:r>
            <a:r>
              <a:rPr lang="en-IN" dirty="0"/>
              <a:t>MongoDB Atlas</a:t>
            </a:r>
          </a:p>
          <a:p>
            <a:endParaRPr lang="en-IN" dirty="0"/>
          </a:p>
          <a:p>
            <a:r>
              <a:rPr lang="en-IN" b="1" dirty="0"/>
              <a:t>Tools &amp; Libraries: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JWT Authentication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/>
              <a:t>ImageKit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/>
              <a:t>Vercel</a:t>
            </a:r>
            <a:r>
              <a:rPr lang="en-IN" dirty="0"/>
              <a:t> Cloud Platform</a:t>
            </a:r>
          </a:p>
          <a:p>
            <a:pPr>
              <a:buNone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431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55025B-2464-8545-B282-AAF4966CA197}"/>
              </a:ext>
            </a:extLst>
          </p:cNvPr>
          <p:cNvSpPr txBox="1"/>
          <p:nvPr/>
        </p:nvSpPr>
        <p:spPr>
          <a:xfrm>
            <a:off x="1295400" y="914401"/>
            <a:ext cx="5562600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MODULE DESCRIPTION</a:t>
            </a:r>
          </a:p>
          <a:p>
            <a:pPr algn="ctr"/>
            <a:endParaRPr lang="en-IN" sz="2800" b="1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/>
              <a:t>Module 1: User Management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User registration and login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Secure authentication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Module 2: Resume Builder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Section-wise resume creation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Live preview and customization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Module 3: Sharing &amp; Export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Public resume link generation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PDF download functionality</a:t>
            </a:r>
          </a:p>
          <a:p>
            <a:pPr>
              <a:buNone/>
            </a:pPr>
            <a:endParaRPr lang="fr-FR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323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719035-AA1A-F7ED-0733-E87821799119}"/>
              </a:ext>
            </a:extLst>
          </p:cNvPr>
          <p:cNvSpPr txBox="1"/>
          <p:nvPr/>
        </p:nvSpPr>
        <p:spPr>
          <a:xfrm>
            <a:off x="1066800" y="1295400"/>
            <a:ext cx="67056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IMPLEMENTATION STATUS</a:t>
            </a:r>
          </a:p>
          <a:p>
            <a:pPr algn="ctr"/>
            <a:endParaRPr lang="en-IN" sz="2800" b="1" dirty="0"/>
          </a:p>
          <a:p>
            <a:r>
              <a:rPr lang="en-IN" b="1" dirty="0"/>
              <a:t>Completed Work: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User Interface (UI) design for core components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Login and Registration page UI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Resume Builder layout design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Template selection UI components</a:t>
            </a:r>
          </a:p>
          <a:p>
            <a:endParaRPr lang="en-IN" dirty="0"/>
          </a:p>
          <a:p>
            <a:r>
              <a:rPr lang="en-IN" b="1" dirty="0"/>
              <a:t>Current Progress: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UI design phase completed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Implementation phase yet to start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Overall progress: 30–40%</a:t>
            </a:r>
          </a:p>
          <a:p>
            <a:pPr>
              <a:buNone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965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0EB777-C95D-09BB-A60B-759358E1A1A9}"/>
              </a:ext>
            </a:extLst>
          </p:cNvPr>
          <p:cNvSpPr txBox="1"/>
          <p:nvPr/>
        </p:nvSpPr>
        <p:spPr>
          <a:xfrm>
            <a:off x="1143000" y="1295400"/>
            <a:ext cx="6705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CONCLUSION</a:t>
            </a:r>
          </a:p>
          <a:p>
            <a:pPr algn="ctr"/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Developed an intelligent cloud-based resume builder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Simplifies resume creation for students and professionals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Demonstrates practical use of MERN stack and cloud deployment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project is scalable, feasible, and industry-relevant</a:t>
            </a:r>
          </a:p>
          <a:p>
            <a:pPr>
              <a:buNone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491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07B40-F3AF-2790-9D83-084973D0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E312-D377-4697-A13B-02932CBFB11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896755-F7E4-8A45-4412-C4231E03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7B1C74-0A7D-4170-BFFA-CCB8C7E1BED0}"/>
              </a:ext>
            </a:extLst>
          </p:cNvPr>
          <p:cNvSpPr/>
          <p:nvPr/>
        </p:nvSpPr>
        <p:spPr>
          <a:xfrm>
            <a:off x="1752600" y="1371600"/>
            <a:ext cx="55626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sz="48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</TotalTime>
  <Words>382</Words>
  <Application>Microsoft Office PowerPoint</Application>
  <PresentationFormat>On-screen Show (4:3)</PresentationFormat>
  <Paragraphs>108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HP</cp:lastModifiedBy>
  <cp:revision>149</cp:revision>
  <dcterms:created xsi:type="dcterms:W3CDTF">2023-01-22T02:22:32Z</dcterms:created>
  <dcterms:modified xsi:type="dcterms:W3CDTF">2026-01-05T06:00:47Z</dcterms:modified>
</cp:coreProperties>
</file>