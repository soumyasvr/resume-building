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71" r:id="rId2"/>
    <p:sldId id="305" r:id="rId3"/>
    <p:sldId id="306" r:id="rId4"/>
    <p:sldId id="307" r:id="rId5"/>
    <p:sldId id="308" r:id="rId6"/>
    <p:sldId id="309" r:id="rId7"/>
    <p:sldId id="314" r:id="rId8"/>
    <p:sldId id="315" r:id="rId9"/>
    <p:sldId id="316" r:id="rId10"/>
    <p:sldId id="310" r:id="rId11"/>
    <p:sldId id="311" r:id="rId12"/>
    <p:sldId id="312" r:id="rId13"/>
    <p:sldId id="313" r:id="rId14"/>
    <p:sldId id="30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F96779-8682-4CD9-90C2-D7A49281830D}">
          <p14:sldIdLst>
            <p14:sldId id="271"/>
            <p14:sldId id="305"/>
            <p14:sldId id="306"/>
            <p14:sldId id="307"/>
            <p14:sldId id="308"/>
            <p14:sldId id="309"/>
            <p14:sldId id="314"/>
            <p14:sldId id="315"/>
            <p14:sldId id="316"/>
            <p14:sldId id="310"/>
            <p14:sldId id="311"/>
            <p14:sldId id="312"/>
            <p14:sldId id="313"/>
          </p14:sldIdLst>
        </p14:section>
        <p14:section name="Untitled Section" id="{18D748A1-B9CB-40AB-9130-D732C7E4D7E9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DD8ACB-2480-836F-8513-F809A1C233EF}" name="Abraham Dinakaran J" initials="ADJ" userId="S::adinakaran@kluniversity.in::a265c4b0-0b4d-41cc-8169-c05df22ff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0A6ED-D754-3A90-DAF7-70FD5B2425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D1BF4-1F04-3875-1E59-B801C90A5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FC287-3538-4997-9970-44BF1FF30DD5}" type="datetime1">
              <a:rPr lang="en-IN" smtClean="0"/>
              <a:t>19-02-2026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EF107-E196-D5EA-171E-D24D64E6F4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B73E3-5749-B011-7B11-AC3734830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FDA32-7B86-4AE0-9240-7E2DEEC04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150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1657D-0517-4C9F-B58C-7229AAFEBC31}" type="datetime1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71A4B-7F78-4497-A7BB-B19313066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5288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21978-3473-EC9A-5F36-618E485DBE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E581EE8-6511-46D3-8A2A-80CFF2C8D0A3}" type="datetime1">
              <a:rPr lang="en-IN" smtClean="0"/>
              <a:t>19-02-2026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01657D-0517-4C9F-B58C-7229AAFEBC31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71A4B-7F78-4497-A7BB-B19313066BC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493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01657D-0517-4C9F-B58C-7229AAFEBC31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71A4B-7F78-4497-A7BB-B19313066BC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05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01657D-0517-4C9F-B58C-7229AAFEBC31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71A4B-7F78-4497-A7BB-B19313066BC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193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526385"/>
            <a:ext cx="1200150" cy="266702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453BCF2-CB48-4BA2-A036-8950CD1C6A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0" y="642796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535592"/>
            <a:ext cx="457200" cy="26670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2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92875"/>
            <a:ext cx="1123950" cy="26728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F0926A81-3A46-4B7B-A2F8-E2A558D919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2400" y="649287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5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497C174-5A51-4D18-8F67-D9F14D2F34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3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CE59E2F-5892-435A-AE19-CDF7821064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EFAB2A4-D3CE-4715-B935-416579E77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0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B65A450-9487-4E64-AB52-9E7DA1C377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9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014150-8307-4D3C-BBBB-0734CBD939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1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880DA0-68D9-4E75-BA39-DC1403DEB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7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B4E1A77-28DA-48C1-B06D-78B5B0A2C0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8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6EF5A3-7886-44C2-92BF-298F6F9041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9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48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2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1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4419600" y="3179470"/>
            <a:ext cx="4648200" cy="3588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1599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9AF5A-AC2F-36ED-506D-7C37D0453E6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5720"/>
            <a:ext cx="838201" cy="792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7DCBA-940B-49AA-1A04-53135CCC539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96" y="6400799"/>
            <a:ext cx="2331280" cy="343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3D559A-CBC2-B8F4-6F19-4FADD0B3556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828" y="228600"/>
            <a:ext cx="458972" cy="4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124200" y="1115413"/>
            <a:ext cx="3364748" cy="431074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2492519" y="1051115"/>
            <a:ext cx="4382085" cy="5308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US" sz="3000" dirty="0">
                <a:solidFill>
                  <a:srgbClr val="C00000"/>
                </a:solidFill>
                <a:latin typeface="Calibri"/>
                <a:cs typeface="Poppins" pitchFamily="2" charset="77"/>
              </a:rPr>
              <a:t>  Department of MCA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64C1-42F5-AD4A-0ADC-BCBCEC726661}"/>
              </a:ext>
            </a:extLst>
          </p:cNvPr>
          <p:cNvSpPr txBox="1"/>
          <p:nvPr/>
        </p:nvSpPr>
        <p:spPr>
          <a:xfrm>
            <a:off x="685800" y="2133600"/>
            <a:ext cx="7772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 Cloud-Deployed Intelligent Web Platform for Automated Resume Creation and Optimization Using MERN Stack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Dr. </a:t>
            </a:r>
            <a:r>
              <a:rPr lang="en-IN" sz="2400" dirty="0">
                <a:solidFill>
                  <a:schemeClr val="accent4">
                    <a:lumMod val="50000"/>
                  </a:schemeClr>
                </a:solidFill>
              </a:rPr>
              <a:t>Venkat Ramana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6002-0BD6-E007-0EEC-34FFB9F2484A}"/>
              </a:ext>
            </a:extLst>
          </p:cNvPr>
          <p:cNvSpPr txBox="1"/>
          <p:nvPr/>
        </p:nvSpPr>
        <p:spPr>
          <a:xfrm>
            <a:off x="5426804" y="4038600"/>
            <a:ext cx="289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By 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Student Name: B. Soumya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Roll No: 2401600010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Dept. of MCA.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KL University.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21753-3E0D-605E-7803-9C7F03A4564D}"/>
              </a:ext>
            </a:extLst>
          </p:cNvPr>
          <p:cNvSpPr txBox="1"/>
          <p:nvPr/>
        </p:nvSpPr>
        <p:spPr>
          <a:xfrm>
            <a:off x="2133600" y="1044509"/>
            <a:ext cx="43434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User Interface Development</a:t>
            </a:r>
          </a:p>
          <a:p>
            <a:endParaRPr lang="en-IN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5C6B0A-23F3-B70D-30BA-EA3E4C592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6044" y="2225026"/>
            <a:ext cx="5012911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page with validation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page with secure input handling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for resume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creation form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upload feature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 menu</a:t>
            </a:r>
          </a:p>
        </p:txBody>
      </p:sp>
    </p:spTree>
    <p:extLst>
      <p:ext uri="{BB962C8B-B14F-4D97-AF65-F5344CB8AC3E}">
        <p14:creationId xmlns:p14="http://schemas.microsoft.com/office/powerpoint/2010/main" val="30294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31F2A-80CB-3FB7-FBCC-98BA4C18F073}"/>
              </a:ext>
            </a:extLst>
          </p:cNvPr>
          <p:cNvSpPr txBox="1"/>
          <p:nvPr/>
        </p:nvSpPr>
        <p:spPr>
          <a:xfrm>
            <a:off x="1981200" y="1143000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Algorithm / Logic Implementation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8A4016-8789-BA2D-7F66-CBD34BEAD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136968"/>
            <a:ext cx="3408562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JWT-based authentication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Password hashing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bcrypt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Resume CRUD operations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User-specific resume mapping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upload handling logic</a:t>
            </a:r>
          </a:p>
        </p:txBody>
      </p:sp>
    </p:spTree>
    <p:extLst>
      <p:ext uri="{BB962C8B-B14F-4D97-AF65-F5344CB8AC3E}">
        <p14:creationId xmlns:p14="http://schemas.microsoft.com/office/powerpoint/2010/main" val="375404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94ED9-ADFF-4FC2-B853-609D2D1326CE}"/>
              </a:ext>
            </a:extLst>
          </p:cNvPr>
          <p:cNvSpPr txBox="1"/>
          <p:nvPr/>
        </p:nvSpPr>
        <p:spPr>
          <a:xfrm>
            <a:off x="2286000" y="914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Database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D005F-AB7D-0C82-FB34-43F5CAE12FC4}"/>
              </a:ext>
            </a:extLst>
          </p:cNvPr>
          <p:cNvSpPr txBox="1"/>
          <p:nvPr/>
        </p:nvSpPr>
        <p:spPr>
          <a:xfrm>
            <a:off x="1828800" y="1676400"/>
            <a:ext cx="62484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Collections: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Resumes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Highlights: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One User → Multiple Resumes (One-to-Many relationship)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Resume documents stored in structured JSON format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Passwords hashed using </a:t>
            </a:r>
            <a:r>
              <a:rPr lang="en-US" dirty="0" err="1"/>
              <a:t>bcrypt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Indexed fields for faster retrieval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94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D2F0FE-96E2-FF46-4E0B-722889BA4A90}"/>
              </a:ext>
            </a:extLst>
          </p:cNvPr>
          <p:cNvSpPr txBox="1"/>
          <p:nvPr/>
        </p:nvSpPr>
        <p:spPr>
          <a:xfrm>
            <a:off x="1828800" y="1219200"/>
            <a:ext cx="4572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Integration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3116B-156F-836F-F2FE-704A83AA93DB}"/>
              </a:ext>
            </a:extLst>
          </p:cNvPr>
          <p:cNvSpPr txBox="1"/>
          <p:nvPr/>
        </p:nvSpPr>
        <p:spPr>
          <a:xfrm>
            <a:off x="1447800" y="2365568"/>
            <a:ext cx="716280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Frontend successfully connected to backend APIs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Authentication middleware validates JWT tokens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Resume creation and upload integrated with MongoDB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Login, Logout, and Registration fully functional</a:t>
            </a:r>
          </a:p>
        </p:txBody>
      </p:sp>
    </p:spTree>
    <p:extLst>
      <p:ext uri="{BB962C8B-B14F-4D97-AF65-F5344CB8AC3E}">
        <p14:creationId xmlns:p14="http://schemas.microsoft.com/office/powerpoint/2010/main" val="41729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DA2C5-CE0B-8BED-AC2B-0EC24726BDF2}"/>
              </a:ext>
            </a:extLst>
          </p:cNvPr>
          <p:cNvSpPr txBox="1"/>
          <p:nvPr/>
        </p:nvSpPr>
        <p:spPr>
          <a:xfrm>
            <a:off x="2286000" y="26925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014AC-8763-919A-D852-4D977576E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89586"/>
            <a:ext cx="8229600" cy="424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3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135F89-2659-3D97-7925-230124E68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95400"/>
            <a:ext cx="4343400" cy="45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F054A-E7A4-7EC5-8299-1ADEEE3BB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14846"/>
            <a:ext cx="381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87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A1775-DE7D-D6AD-66EC-41BEE3035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58729"/>
            <a:ext cx="8001000" cy="454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5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EB4DC-7980-0479-2C26-8765FF4C4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799"/>
            <a:ext cx="7772400" cy="42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8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5025B-2464-8545-B282-AAF4966CA197}"/>
              </a:ext>
            </a:extLst>
          </p:cNvPr>
          <p:cNvSpPr txBox="1"/>
          <p:nvPr/>
        </p:nvSpPr>
        <p:spPr>
          <a:xfrm>
            <a:off x="2286000" y="11430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Results &amp;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EE47D-87B6-7ABA-F5C1-C12C53580049}"/>
              </a:ext>
            </a:extLst>
          </p:cNvPr>
          <p:cNvSpPr txBox="1"/>
          <p:nvPr/>
        </p:nvSpPr>
        <p:spPr>
          <a:xfrm>
            <a:off x="2133600" y="2286000"/>
            <a:ext cx="5105400" cy="277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Users can register and login securely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Users can successfully create and upload resumes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saved and retrieved from 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Templates applied dynamically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2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19035-AA1A-F7ED-0733-E87821799119}"/>
              </a:ext>
            </a:extLst>
          </p:cNvPr>
          <p:cNvSpPr txBox="1"/>
          <p:nvPr/>
        </p:nvSpPr>
        <p:spPr>
          <a:xfrm>
            <a:off x="1981200" y="1291398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Challenges Faced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29B0C-C1C6-626E-9C68-07FA95175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25" y="2209800"/>
            <a:ext cx="5460149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secure JWT authentication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frontend-backend communication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file upload integration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Designing scalable MongoDB schema</a:t>
            </a:r>
          </a:p>
        </p:txBody>
      </p:sp>
    </p:spTree>
    <p:extLst>
      <p:ext uri="{BB962C8B-B14F-4D97-AF65-F5344CB8AC3E}">
        <p14:creationId xmlns:p14="http://schemas.microsoft.com/office/powerpoint/2010/main" val="177196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EB777-C95D-09BB-A60B-759358E1A1A9}"/>
              </a:ext>
            </a:extLst>
          </p:cNvPr>
          <p:cNvSpPr txBox="1"/>
          <p:nvPr/>
        </p:nvSpPr>
        <p:spPr>
          <a:xfrm>
            <a:off x="2057400" y="1143000"/>
            <a:ext cx="548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Future Enhancements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Advanced AI content suggestions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Recruiter dashboard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249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A0A5-691A-5292-4C01-562FBE60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E6990-866B-05A5-F7B9-3F701A2AB19E}"/>
              </a:ext>
            </a:extLst>
          </p:cNvPr>
          <p:cNvSpPr txBox="1"/>
          <p:nvPr/>
        </p:nvSpPr>
        <p:spPr>
          <a:xfrm>
            <a:off x="1905000" y="1371600"/>
            <a:ext cx="4572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09009-88B7-CB08-1507-97F20D87F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252524"/>
            <a:ext cx="5983113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Authentication and Resume management completed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Secure and scalable architecture implemented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System ready for advanced feature enhancement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80 percent of the project completed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62821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07B40-F3AF-2790-9D83-084973D0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E312-D377-4697-A13B-02932CBFB11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896755-F7E4-8A45-4412-C4231E03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D8BA0-8BC5-414D-A001-1CFDF62EF48E}"/>
              </a:ext>
            </a:extLst>
          </p:cNvPr>
          <p:cNvSpPr txBox="1"/>
          <p:nvPr/>
        </p:nvSpPr>
        <p:spPr>
          <a:xfrm>
            <a:off x="1905000" y="2692599"/>
            <a:ext cx="5943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600" b="1" dirty="0">
                <a:solidFill>
                  <a:srgbClr val="C00000"/>
                </a:solidFill>
                <a:latin typeface="Cooper Black" panose="0208090404030B020404" pitchFamily="18" charset="0"/>
              </a:rPr>
              <a:t>Thank you…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2253</TotalTime>
  <Words>240</Words>
  <Application>Microsoft Office PowerPoint</Application>
  <PresentationFormat>On-screen Show (4:3)</PresentationFormat>
  <Paragraphs>69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Cooper Black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HP</cp:lastModifiedBy>
  <cp:revision>157</cp:revision>
  <dcterms:created xsi:type="dcterms:W3CDTF">2023-01-22T02:22:32Z</dcterms:created>
  <dcterms:modified xsi:type="dcterms:W3CDTF">2026-02-19T07:13:12Z</dcterms:modified>
</cp:coreProperties>
</file>