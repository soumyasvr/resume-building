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71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0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F96779-8682-4CD9-90C2-D7A49281830D}">
          <p14:sldIdLst>
            <p14:sldId id="271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Untitled Section" id="{18D748A1-B9CB-40AB-9130-D732C7E4D7E9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DD8ACB-2480-836F-8513-F809A1C233EF}" name="Abraham Dinakaran J" initials="ADJ" userId="S::adinakaran@kluniversity.in::a265c4b0-0b4d-41cc-8169-c05df22ff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0A6ED-D754-3A90-DAF7-70FD5B2425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1BF4-1F04-3875-1E59-B801C90A5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C287-3538-4997-9970-44BF1FF30DD5}" type="datetime1">
              <a:rPr lang="en-IN" smtClean="0"/>
              <a:t>30-12-2025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F107-E196-D5EA-171E-D24D64E6F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73E3-5749-B011-7B11-AC3734830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DA32-7B86-4AE0-9240-7E2DEEC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150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657D-0517-4C9F-B58C-7229AAFEBC31}" type="datetime1">
              <a:rPr lang="en-IN" smtClean="0"/>
              <a:t>30-12-2025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71A4B-7F78-4497-A7BB-B19313066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528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21978-3473-EC9A-5F36-618E485DB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E581EE8-6511-46D3-8A2A-80CFF2C8D0A3}" type="datetime1">
              <a:rPr lang="en-IN" smtClean="0"/>
              <a:t>30-12-2025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526385"/>
            <a:ext cx="1200150" cy="26670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453BCF2-CB48-4BA2-A036-8950CD1C6A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12/30/2025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0" y="642796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535592"/>
            <a:ext cx="457200" cy="26670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2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92875"/>
            <a:ext cx="1123950" cy="26728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12/30/2025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400" y="649287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497C174-5A51-4D18-8F67-D9F14D2F34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E59E2F-5892-435A-AE19-CDF7821064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EFAB2A4-D3CE-4715-B935-416579E7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B65A450-9487-4E64-AB52-9E7DA1C377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9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014150-8307-4D3C-BBBB-0734CBD939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880DA0-68D9-4E75-BA39-DC1403DEB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7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B4E1A77-28DA-48C1-B06D-78B5B0A2C0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6EF5A3-7886-44C2-92BF-298F6F9041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9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2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4419600" y="3179470"/>
            <a:ext cx="4648200" cy="358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1599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9AF5A-AC2F-36ED-506D-7C37D0453E6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5720"/>
            <a:ext cx="838201" cy="792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7DCBA-940B-49AA-1A04-53135CCC53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6" y="6400799"/>
            <a:ext cx="2331280" cy="343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3D559A-CBC2-B8F4-6F19-4FADD0B3556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28" y="228600"/>
            <a:ext cx="458972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124200" y="1115413"/>
            <a:ext cx="3364748" cy="431074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2492519" y="1051115"/>
            <a:ext cx="4382085" cy="5308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US" sz="3000" dirty="0">
                <a:solidFill>
                  <a:srgbClr val="C00000"/>
                </a:solidFill>
                <a:latin typeface="Calibri"/>
                <a:cs typeface="Poppins" pitchFamily="2" charset="77"/>
              </a:rPr>
              <a:t>  Department of MCA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4C1-42F5-AD4A-0ADC-BCBCEC726661}"/>
              </a:ext>
            </a:extLst>
          </p:cNvPr>
          <p:cNvSpPr txBox="1"/>
          <p:nvPr/>
        </p:nvSpPr>
        <p:spPr>
          <a:xfrm>
            <a:off x="2590800" y="2507124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1: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Dr/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6002-0BD6-E007-0EEC-34FFB9F2484A}"/>
              </a:ext>
            </a:extLst>
          </p:cNvPr>
          <p:cNvSpPr txBox="1"/>
          <p:nvPr/>
        </p:nvSpPr>
        <p:spPr>
          <a:xfrm>
            <a:off x="6096000" y="4267200"/>
            <a:ext cx="289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 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 Name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Roll No.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Dept. of MCA.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KL University.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21753-3E0D-605E-7803-9C7F03A4564D}"/>
              </a:ext>
            </a:extLst>
          </p:cNvPr>
          <p:cNvSpPr txBox="1"/>
          <p:nvPr/>
        </p:nvSpPr>
        <p:spPr>
          <a:xfrm>
            <a:off x="2362200" y="2438400"/>
            <a:ext cx="495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Slide 2: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Problem Statement 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-Clearly define the problem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-Existing issues / limitations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-Why this problem needs a solution</a:t>
            </a:r>
          </a:p>
        </p:txBody>
      </p:sp>
    </p:spTree>
    <p:extLst>
      <p:ext uri="{BB962C8B-B14F-4D97-AF65-F5344CB8AC3E}">
        <p14:creationId xmlns:p14="http://schemas.microsoft.com/office/powerpoint/2010/main" val="30294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1F2A-80CB-3FB7-FBCC-98BA4C18F073}"/>
              </a:ext>
            </a:extLst>
          </p:cNvPr>
          <p:cNvSpPr txBox="1"/>
          <p:nvPr/>
        </p:nvSpPr>
        <p:spPr>
          <a:xfrm>
            <a:off x="2286000" y="283109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Slide 3 :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– Scope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What the system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covers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not included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Target users</a:t>
            </a:r>
          </a:p>
        </p:txBody>
      </p:sp>
    </p:spTree>
    <p:extLst>
      <p:ext uri="{BB962C8B-B14F-4D97-AF65-F5344CB8AC3E}">
        <p14:creationId xmlns:p14="http://schemas.microsoft.com/office/powerpoint/2010/main" val="3754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94ED9-ADFF-4FC2-B853-609D2D1326CE}"/>
              </a:ext>
            </a:extLst>
          </p:cNvPr>
          <p:cNvSpPr txBox="1"/>
          <p:nvPr/>
        </p:nvSpPr>
        <p:spPr>
          <a:xfrm>
            <a:off x="2286000" y="269259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Slide 4 – Proposed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Overview of your solution → how it solves 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Innovation / uniqueness (if any)</a:t>
            </a:r>
          </a:p>
        </p:txBody>
      </p:sp>
    </p:spTree>
    <p:extLst>
      <p:ext uri="{BB962C8B-B14F-4D97-AF65-F5344CB8AC3E}">
        <p14:creationId xmlns:p14="http://schemas.microsoft.com/office/powerpoint/2010/main" val="9489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2F0FE-96E2-FF46-4E0B-722889BA4A90}"/>
              </a:ext>
            </a:extLst>
          </p:cNvPr>
          <p:cNvSpPr txBox="1"/>
          <p:nvPr/>
        </p:nvSpPr>
        <p:spPr>
          <a:xfrm>
            <a:off x="1828800" y="33528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Slide 5 :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System Architecture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-Components explanation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-Data flow overview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DCC7EFB-6C46-ECD3-A508-37D44EB2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475" y="978529"/>
            <a:ext cx="245984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9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DA2C5-CE0B-8BED-AC2B-0EC24726BDF2}"/>
              </a:ext>
            </a:extLst>
          </p:cNvPr>
          <p:cNvSpPr txBox="1"/>
          <p:nvPr/>
        </p:nvSpPr>
        <p:spPr>
          <a:xfrm>
            <a:off x="2286000" y="269259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Slide 6 – 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Tools &amp; Libraries</a:t>
            </a:r>
          </a:p>
        </p:txBody>
      </p:sp>
    </p:spTree>
    <p:extLst>
      <p:ext uri="{BB962C8B-B14F-4D97-AF65-F5344CB8AC3E}">
        <p14:creationId xmlns:p14="http://schemas.microsoft.com/office/powerpoint/2010/main" val="213743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5025B-2464-8545-B282-AAF4966CA197}"/>
              </a:ext>
            </a:extLst>
          </p:cNvPr>
          <p:cNvSpPr txBox="1"/>
          <p:nvPr/>
        </p:nvSpPr>
        <p:spPr>
          <a:xfrm>
            <a:off x="2286000" y="283109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Slide 7 – Module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Module 1 –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Module 2 –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Module 3 – description</a:t>
            </a:r>
          </a:p>
        </p:txBody>
      </p:sp>
    </p:spTree>
    <p:extLst>
      <p:ext uri="{BB962C8B-B14F-4D97-AF65-F5344CB8AC3E}">
        <p14:creationId xmlns:p14="http://schemas.microsoft.com/office/powerpoint/2010/main" val="373632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19035-AA1A-F7ED-0733-E87821799119}"/>
              </a:ext>
            </a:extLst>
          </p:cNvPr>
          <p:cNvSpPr txBox="1"/>
          <p:nvPr/>
        </p:nvSpPr>
        <p:spPr>
          <a:xfrm>
            <a:off x="2286000" y="283109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Slide 8 – Implementation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Completed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Current progress (%)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Screenshots (if available)</a:t>
            </a:r>
          </a:p>
        </p:txBody>
      </p:sp>
    </p:spTree>
    <p:extLst>
      <p:ext uri="{BB962C8B-B14F-4D97-AF65-F5344CB8AC3E}">
        <p14:creationId xmlns:p14="http://schemas.microsoft.com/office/powerpoint/2010/main" val="177196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EB777-C95D-09BB-A60B-759358E1A1A9}"/>
              </a:ext>
            </a:extLst>
          </p:cNvPr>
          <p:cNvSpPr txBox="1"/>
          <p:nvPr/>
        </p:nvSpPr>
        <p:spPr>
          <a:xfrm>
            <a:off x="2286000" y="283109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Slide 9 –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Project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Achievements</a:t>
            </a:r>
          </a:p>
        </p:txBody>
      </p:sp>
    </p:spTree>
    <p:extLst>
      <p:ext uri="{BB962C8B-B14F-4D97-AF65-F5344CB8AC3E}">
        <p14:creationId xmlns:p14="http://schemas.microsoft.com/office/powerpoint/2010/main" val="67249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07B40-F3AF-2790-9D83-084973D0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E312-D377-4697-A13B-02932CBFB1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896755-F7E4-8A45-4412-C4231E03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175</Words>
  <Application>Microsoft Office PowerPoint</Application>
  <PresentationFormat>On-screen Show (4:3)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Dr Venkata Ramana N</cp:lastModifiedBy>
  <cp:revision>147</cp:revision>
  <dcterms:created xsi:type="dcterms:W3CDTF">2023-01-22T02:22:32Z</dcterms:created>
  <dcterms:modified xsi:type="dcterms:W3CDTF">2025-12-30T07:33:36Z</dcterms:modified>
</cp:coreProperties>
</file>